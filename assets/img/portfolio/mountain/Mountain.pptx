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94685"/>
  </p:normalViewPr>
  <p:slideViewPr>
    <p:cSldViewPr snapToGrid="0">
      <p:cViewPr>
        <p:scale>
          <a:sx n="61" d="100"/>
          <a:sy n="61" d="100"/>
        </p:scale>
        <p:origin x="1472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3A62-9BAC-2EA2-9348-191147059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08DEB-591F-08F5-46DF-498F60CA9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8CAA3-9F81-2CE1-91BD-E44819E9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6595E-56CC-F8F9-62FA-FBE70C80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5CFE8-2A19-0EDE-CB22-6A19E0DB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68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F3A0-0CF5-9A4F-81A4-BC39CF55F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920F9-0900-520F-949C-C0AD07344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B5CE8-1355-64EC-F5B9-505751EE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83A2-AC70-4AF5-4AD2-C1ADF067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16708-3108-3494-AF11-3DB1C806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20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D180-4861-469E-806A-FFE0F9987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A1C5C-04FA-9688-E2E6-2C21FAD4C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95D7B-0EEE-257F-DC90-0F728074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1477F-36B6-7D02-2F36-743F418B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3DB37-8DD0-DB43-D5E8-B27446314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6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A62A-1BD8-C8EC-C3F7-E0E2D5DA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C73D0-BA1D-0A89-36C8-67BDE3EA0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56C8A-204F-D00A-64CF-592FEE8ED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6C1B9-B9A0-1C5A-8B38-8C84EA71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2959A-605F-60AC-DD3E-6CB0CC2B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E3947-F664-530C-1066-4824A213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35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8BDE-C324-9EAF-8FCC-4C754505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AA07B-F25E-A733-49E9-73EE723FB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A38D7-A14B-9F38-AFA3-7B56B1C62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3F761-E9A1-68D7-2B92-B3F013049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CF8C9-06DF-10D9-5FEF-68AE17A2A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EDFF3A-DED6-3F81-7C11-594407B3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4D75CD-57AC-C816-1514-D10BEA20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916E83-B6F1-CAAB-F30D-AFF5C5D0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3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8DB8-CDB9-509E-7979-693DE09F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E580E9-17AC-908D-9A57-BA0FACDD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C3851-E185-6B84-4575-D9D40665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5E034-F654-0662-49B3-10A8B678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71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4D4ED-2B0C-91A1-4C2A-251847C3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8F8B3-6CAB-0AAE-7D2F-C9C74B7A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ED7DF-D122-6B5D-4613-77CDFBBA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1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E61EB-C61D-5981-C04B-FBFA6F286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A4AD-7CD6-AEC4-69AF-65A878C44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C9CF3-A0A1-658F-B48E-254A8F77C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18FB4-017B-90C9-8B85-63DDB6C9B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80444-477C-B211-EABF-B5D1C558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84859-983F-A49D-5320-FE4FFA51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77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8905-64B7-BE74-6F99-EC5D14CBC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CAFCED-FB71-FCBC-D16C-93D38967C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AB2004-E8A1-038D-8430-124ED1B75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792C6-07C5-6259-761A-AFFCD22B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1D30E-95DF-FCB3-F047-3CF7FBB5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538D3-E085-DF7E-8A24-134282E2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9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051A-CB8F-7EF2-4D12-A908B692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1CEF2-D2F4-C31E-200B-BDF496842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AA6C5-980D-4FDC-6DAF-49886E9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E3C0E-91EF-0193-1B1E-4F9BCB617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269F4-EB5D-5297-EA1D-A843CE66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07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510F66-3487-2067-8ED3-130C95952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1BB4F-6801-4867-E2A9-D1785361D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92811-EEC7-0964-B33B-543AF8AD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889BC-1407-AB3B-428D-BD4200FF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296A7-2310-E000-FE4D-9F3C3B75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3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A40587-D314-E677-20BB-5FF8AA02F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3117C-4AD0-413E-8F86-BFE738A2D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59D8C-F717-606A-32BD-D0DDBE474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DA1E2-06A5-2440-922F-E0C9E567DA77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AEBEF-5AC3-2786-55AF-51F1BB49C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0885D-35DA-7C41-AF2D-902BD5F2F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2588B-E6B3-6E4B-9E9E-BF18F5E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7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D4F2AC-FFCC-5946-1DB3-EA84DEDB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86" b="30476"/>
          <a:stretch>
            <a:fillRect/>
          </a:stretch>
        </p:blipFill>
        <p:spPr>
          <a:xfrm>
            <a:off x="0" y="0"/>
            <a:ext cx="6858000" cy="3102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F71D7F-1B11-6E14-98C4-73B52B4F6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474" y="0"/>
            <a:ext cx="5520526" cy="4138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F7D985-A8F5-A0C0-7E3F-35AC81638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047" y="3102429"/>
            <a:ext cx="4597560" cy="375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7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Jiawen</dc:creator>
  <cp:lastModifiedBy>Wu, Jiawen</cp:lastModifiedBy>
  <cp:revision>1</cp:revision>
  <dcterms:created xsi:type="dcterms:W3CDTF">2026-09-09T18:47:50Z</dcterms:created>
  <dcterms:modified xsi:type="dcterms:W3CDTF">2026-09-09T18:51:11Z</dcterms:modified>
</cp:coreProperties>
</file>